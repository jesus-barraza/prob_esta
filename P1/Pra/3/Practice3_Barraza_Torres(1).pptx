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/>
              <a:t>Practice 3: Import a New Dataset and Perform an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/>
            </a:r>
            <a:br/>
            <a:r>
              <a:t/>
            </a:r>
            <a:br/>
            <a:r>
              <a:rPr/>
              <a:t>Barraza Torres Jesús Daniel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2025-05-28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For the project to start, I needed to use a database to continue. Just after that it </a:t>
            </a:r>
            <a:r>
              <a:rPr b="1"/>
              <a:t>hit</a:t>
            </a:r>
            <a:r>
              <a:rPr/>
              <a:t> me, why shouldn’t I search a database for pizza?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748" y="2134346"/>
            <a:ext cx="4367948" cy="284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Start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(readxl)</a:t>
            </a:r>
            <a:r>
              <a:t/>
            </a:r>
            <a:br/>
            <a:r>
              <a:rPr>
                <a:latin typeface="Courier"/>
              </a:rPr>
              <a:t>Pizzas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read_excel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"C:/Users/USER/Documents/Enhanced_pizza_sell_data_2024-25.xlsx"</a:t>
            </a:r>
            <a:r>
              <a:rPr>
                <a:latin typeface="Courier"/>
              </a:rPr>
              <a:t>)</a:t>
            </a:r>
            <a:r>
              <a:t/>
            </a:r>
            <a:br/>
            <a:r>
              <a:rPr>
                <a:solidFill>
                  <a:srgbClr val="06287E"/>
                </a:solidFill>
                <a:latin typeface="Courier"/>
              </a:rPr>
              <a:t>View</a:t>
            </a:r>
            <a:r>
              <a:rPr>
                <a:latin typeface="Courier"/>
              </a:rPr>
              <a:t>(Pizzas)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/>
              <a:t>Categorical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Courier"/>
              </a:rPr>
              <a:t>## [1] "Number of rows"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[1] 1004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[1] "Number of columns"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[1] 2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[1] "Some data"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</a:t>
            </a:r>
            <a:r>
              <a:rPr dirty="0" err="1">
                <a:latin typeface="Courier"/>
              </a:rPr>
              <a:t>tibble</a:t>
            </a:r>
            <a:r>
              <a:rPr dirty="0">
                <a:latin typeface="Courier"/>
              </a:rPr>
              <a:t> [1,004 × 2] (S3: </a:t>
            </a:r>
            <a:r>
              <a:rPr dirty="0" err="1">
                <a:latin typeface="Courier"/>
              </a:rPr>
              <a:t>tbl_df</a:t>
            </a:r>
            <a:r>
              <a:rPr dirty="0">
                <a:latin typeface="Courier"/>
              </a:rPr>
              <a:t>/</a:t>
            </a:r>
            <a:r>
              <a:rPr dirty="0" err="1">
                <a:latin typeface="Courier"/>
              </a:rPr>
              <a:t>tbl</a:t>
            </a:r>
            <a:r>
              <a:rPr dirty="0">
                <a:latin typeface="Courier"/>
              </a:rPr>
              <a:t>/</a:t>
            </a:r>
            <a:r>
              <a:rPr dirty="0" err="1">
                <a:latin typeface="Courier"/>
              </a:rPr>
              <a:t>data.frame</a:t>
            </a:r>
            <a:r>
              <a:rPr dirty="0">
                <a:latin typeface="Courier"/>
              </a:rPr>
              <a:t>)
##  $ </a:t>
            </a:r>
            <a:r>
              <a:rPr dirty="0" err="1">
                <a:latin typeface="Courier"/>
              </a:rPr>
              <a:t>Restaurant_Name</a:t>
            </a:r>
            <a:r>
              <a:rPr dirty="0">
                <a:latin typeface="Courier"/>
              </a:rPr>
              <a:t>           : </a:t>
            </a:r>
            <a:r>
              <a:rPr dirty="0" err="1">
                <a:latin typeface="Courier"/>
              </a:rPr>
              <a:t>chr</a:t>
            </a:r>
            <a:r>
              <a:rPr dirty="0">
                <a:latin typeface="Courier"/>
              </a:rPr>
              <a:t> [1:1004] "Domino's" "Domino's" "Domino's" "Domino's" ...
##  $ </a:t>
            </a:r>
            <a:r>
              <a:rPr dirty="0" err="1">
                <a:latin typeface="Courier"/>
              </a:rPr>
              <a:t>Deliver_Efficiency</a:t>
            </a:r>
            <a:r>
              <a:rPr dirty="0">
                <a:latin typeface="Courier"/>
              </a:rPr>
              <a:t>(min/km): </a:t>
            </a:r>
            <a:r>
              <a:rPr dirty="0" err="1">
                <a:latin typeface="Courier"/>
              </a:rPr>
              <a:t>num</a:t>
            </a:r>
            <a:r>
              <a:rPr dirty="0">
                <a:latin typeface="Courier"/>
              </a:rPr>
              <a:t> [1:1004] 6 6.67 5 5.56 5.56 ...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[1] "Table of frequencies"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Name
##       Domino's Little Caesars  Marco's Pizza    Papa John's      Pizza Hut 
##            212            199            195            204            194</a:t>
            </a:r>
          </a:p>
        </p:txBody>
      </p:sp>
      <p:pic>
        <p:nvPicPr>
          <p:cNvPr id="3" name="Picture 1" descr="Practice3_Barraza_Torres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/>
              <a:t>Numerical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[1] "Mean"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6.397006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"Median"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6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"Mode"</a:t>
            </a:r>
          </a:p>
          <a:p>
            <a:pPr lvl="0" indent="0">
              <a:buNone/>
            </a:pPr>
            <a:r>
              <a:rPr>
                <a:latin typeface="Courier"/>
              </a:rPr>
              <a:t>## Name
##       Domino's Little Caesars  Marco's Pizza    Papa John's      Pizza Hut 
##            212            199            195            204            194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"Range"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 4.166667 12.500000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"Variance"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2.441633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"Standart deviation"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1.562573</a:t>
            </a:r>
          </a:p>
        </p:txBody>
      </p:sp>
      <p:pic>
        <p:nvPicPr>
          <p:cNvPr id="3" name="Picture 1" descr="Practice3_Barraza_Torres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827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Thanks for watching!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Presentación en pantalla (16:9)</PresentationFormat>
  <Paragraphs>30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</vt:lpstr>
      <vt:lpstr>Office Theme</vt:lpstr>
      <vt:lpstr>Practice 3: Import a New Dataset and Perform an Analysis</vt:lpstr>
      <vt:lpstr>Introduction</vt:lpstr>
      <vt:lpstr>Start of the project</vt:lpstr>
      <vt:lpstr>Categorical analysis</vt:lpstr>
      <vt:lpstr>Numerical Analysis</vt:lpstr>
      <vt:lpstr>Thanks for watching!</vt:lpstr>
    </vt:vector>
  </TitlesOfParts>
  <LinksUpToDate>false</LinksUpToDate>
  <SharedDoc>false</SharedDoc>
  <HyperlinksChanged>false</HyperlinksChanged>
  <AppVersion>15.0000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3: Import a New Dataset and Perform an Analysis</dc:title>
  <dc:creator>Barraza Torres Jesús Daniel</dc:creator>
  <cp:keywords/>
  <cp:lastModifiedBy>Cuenta Microsoft</cp:lastModifiedBy>
  <cp:revision>1</cp:revision>
  <dcterms:created xsi:type="dcterms:W3CDTF">2025-05-28T02:10:55Z</dcterms:created>
  <dcterms:modified xsi:type="dcterms:W3CDTF">2025-05-28T02:13:44Z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2025-05-28</vt:lpwstr>
  </property>
  <property fmtid="{D5CDD505-2E9C-101B-9397-08002B2CF9AE}" pid="3" name="output">
    <vt:lpwstr>powerpoint_presentation</vt:lpwstr>
  </property>
</Properties>
</file>