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3: Import a New Dataset and Perform an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Barraza Torres Jesús Daniel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2025-05-28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the project to start, I needed to use a database to continue. Just after that it </a:t>
            </a:r>
            <a:r>
              <a:rPr b="1"/>
              <a:t>hit</a:t>
            </a:r>
            <a:r>
              <a:rPr/>
              <a:t> me, why shouldn’t I search a database for pizza?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(readxl)</a:t>
            </a:r>
            <a:br/>
            <a:r>
              <a:rPr>
                <a:latin typeface="Courier"/>
              </a:rPr>
              <a:t>Pizzas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read_excel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"C:/Users/USER/Documents/Enhanced_pizza_sell_data_2024-25.xlsx"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View</a:t>
            </a:r>
            <a:r>
              <a:rPr>
                <a:latin typeface="Courier"/>
              </a:rPr>
              <a:t>(Pizzas)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Categorical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[1] "Number of rows"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1004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"Number of columns"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2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"Some data"</a:t>
            </a:r>
          </a:p>
          <a:p>
            <a:pPr lvl="0" indent="0">
              <a:buNone/>
            </a:pPr>
            <a:r>
              <a:rPr>
                <a:latin typeface="Courier"/>
              </a:rPr>
              <a:t>## tibble [1,004 × 2] (S3: tbl_df/tbl/data.frame)
##  $ Restaurant_Name           : chr [1:1004] "Domino's" "Domino's" "Domino's" "Domino's" ...
##  $ Deliver_Efficiency(min/km): num [1:1004] 6 6.67 5 5.56 5.56 ...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"Table of frequencies"</a:t>
            </a:r>
          </a:p>
          <a:p>
            <a:pPr lvl="0" indent="0">
              <a:buNone/>
            </a:pPr>
            <a:r>
              <a:rPr>
                <a:latin typeface="Courier"/>
              </a:rPr>
              <a:t>## Name
##       Domino's Little Caesars  Marco's Pizza    Papa John's      Pizza Hut 
##            212            199            195            204            194</a:t>
            </a:r>
          </a:p>
        </p:txBody>
      </p:sp>
      <p:pic>
        <p:nvPicPr>
          <p:cNvPr descr="Practice3_Barraza_Torres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Numerical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[1] "Mean"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6.397006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"Median"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6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"Mode"</a:t>
            </a:r>
          </a:p>
          <a:p>
            <a:pPr lvl="0" indent="0">
              <a:buNone/>
            </a:pPr>
            <a:r>
              <a:rPr>
                <a:latin typeface="Courier"/>
              </a:rPr>
              <a:t>## Name
##       Domino's Little Caesars  Marco's Pizza    Papa John's      Pizza Hut 
##            212            199            195            204            194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"Range"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 4.166667 12.500000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"Variance"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2.441633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"Standart deviation"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1.562573</a:t>
            </a:r>
          </a:p>
        </p:txBody>
      </p:sp>
      <p:pic>
        <p:nvPicPr>
          <p:cNvPr descr="Practice3_Barraza_Torres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 for watching!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Practice 3: Import a New Dataset and Perform an Analysis</dc:title>
  <dc:creator>Barraza Torres Jesús Daniel</dc:creator>
  <cp:keywords/>
  <dcterms:created xsi:type="dcterms:W3CDTF">2025-05-28T02:10:55Z</dcterms:created>
  <dcterms:modified xsi:type="dcterms:W3CDTF">2025-05-28T02:10:55Z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2025-05-28</vt:lpwstr>
  </property>
  <property fmtid="{D5CDD505-2E9C-101B-9397-08002B2CF9AE}" pid="3" name="output">
    <vt:lpwstr>powerpoint_presentation</vt:lpwstr>
  </property>
</Properties>
</file>