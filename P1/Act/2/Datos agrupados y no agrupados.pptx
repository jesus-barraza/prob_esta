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744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826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0427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556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744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734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238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963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598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6787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178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3068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85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6106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0150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4331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255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527B6-D26D-49B7-8E61-A0CA661D1583}" type="datetimeFigureOut">
              <a:rPr lang="es-MX" smtClean="0"/>
              <a:t>01/06/2025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1FDC6-0B3C-456C-8893-D52CFD2864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8336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Datos agrupados y no agrupados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Barraza Torres Jesús Daniel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481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Datos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2" y="1601094"/>
            <a:ext cx="9905999" cy="3541714"/>
          </a:xfrm>
        </p:spPr>
        <p:txBody>
          <a:bodyPr/>
          <a:lstStyle/>
          <a:p>
            <a:r>
              <a:rPr lang="es-MX" dirty="0"/>
              <a:t>Un dato es la representación de una variable que puede ser cuantitativa o cualitativa que indica un valor que se le asigna a las cosas y se representa a través de una secuencia de símbolos, números o letras.</a:t>
            </a:r>
          </a:p>
        </p:txBody>
      </p:sp>
      <p:pic>
        <p:nvPicPr>
          <p:cNvPr id="1026" name="Picture 2" descr="Que buen dato te aventaste，pero nadie te pregunto - Bad Bunny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6" r="19766"/>
          <a:stretch/>
        </p:blipFill>
        <p:spPr bwMode="auto">
          <a:xfrm>
            <a:off x="4239490" y="3079664"/>
            <a:ext cx="2776451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275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Tipos de datos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Agrupados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MX" dirty="0"/>
              <a:t>En estadística, los datos agrupados son aquellos datos que se agrupan en intervalos. Es decir, los datos agrupados son datos que se juntan en intervalos para poder estudiarlos de manera conjunta.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 smtClean="0"/>
              <a:t>No agrupados</a:t>
            </a:r>
            <a:endParaRPr lang="es-MX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MX" dirty="0"/>
              <a:t>Los datos no agrupados son aquellos datos que no se separan en intervalos, sino que se estudia cada valor por separado.</a:t>
            </a:r>
          </a:p>
        </p:txBody>
      </p:sp>
    </p:spTree>
    <p:extLst>
      <p:ext uri="{BB962C8B-B14F-4D97-AF65-F5344CB8AC3E}">
        <p14:creationId xmlns:p14="http://schemas.microsoft.com/office/powerpoint/2010/main" val="44210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Agrupados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/>
              <a:t>El uso de datos agrupados se emplea en estadística si las variables toman un número grande de valores o la variable es continua</a:t>
            </a:r>
          </a:p>
        </p:txBody>
      </p:sp>
      <p:pic>
        <p:nvPicPr>
          <p:cNvPr id="2050" name="Picture 2" descr="Estadística Descriptiva: Tabla de Datos Agrupado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381" y="1924844"/>
            <a:ext cx="451485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93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23803" y="617914"/>
            <a:ext cx="3856037" cy="1639884"/>
          </a:xfrm>
        </p:spPr>
        <p:txBody>
          <a:bodyPr/>
          <a:lstStyle/>
          <a:p>
            <a:r>
              <a:rPr lang="es-MX" dirty="0" smtClean="0"/>
              <a:t>No agrupados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023803" y="2257799"/>
            <a:ext cx="3856037" cy="3541714"/>
          </a:xfrm>
        </p:spPr>
        <p:txBody>
          <a:bodyPr/>
          <a:lstStyle/>
          <a:p>
            <a:r>
              <a:rPr lang="es-MX" dirty="0"/>
              <a:t>Se usan comúnmente en muestras pequeñas.</a:t>
            </a:r>
          </a:p>
        </p:txBody>
      </p:sp>
      <p:pic>
        <p:nvPicPr>
          <p:cNvPr id="3074" name="Picture 2" descr="Tablas de Datos No Agrupados (Introducción a la Estadísticas 2da part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68" y="1821541"/>
            <a:ext cx="5546956" cy="291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148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9726" y="2522132"/>
            <a:ext cx="9905998" cy="1478570"/>
          </a:xfrm>
        </p:spPr>
        <p:txBody>
          <a:bodyPr/>
          <a:lstStyle/>
          <a:p>
            <a:pPr algn="ctr"/>
            <a:r>
              <a:rPr lang="es-MX" dirty="0" smtClean="0"/>
              <a:t>Gracias por ver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684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148</TotalTime>
  <Words>150</Words>
  <Application>Microsoft Office PowerPoint</Application>
  <PresentationFormat>Panorámica</PresentationFormat>
  <Paragraphs>14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Tw Cen MT</vt:lpstr>
      <vt:lpstr>Circuito</vt:lpstr>
      <vt:lpstr>Datos agrupados y no agrupados</vt:lpstr>
      <vt:lpstr>Datos</vt:lpstr>
      <vt:lpstr>Tipos de datos</vt:lpstr>
      <vt:lpstr>Agrupados</vt:lpstr>
      <vt:lpstr>No agrupados</vt:lpstr>
      <vt:lpstr>Gracias por ver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Datos agrupados y no agrupados</dc:title>
  <dc:creator>Cuenta Microsoft</dc:creator>
  <cp:lastModifiedBy>Cuenta Microsoft</cp:lastModifiedBy>
  <cp:revision>3</cp:revision>
  <dcterms:created xsi:type="dcterms:W3CDTF">2025-06-01T23:29:27Z</dcterms:created>
  <dcterms:modified xsi:type="dcterms:W3CDTF">2025-06-02T01:57:51Z</dcterms:modified>
</cp:coreProperties>
</file>